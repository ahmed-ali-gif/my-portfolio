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Ahmed Ali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Developer</a:t>
            </a:r>
          </a:p>
          <a:p>
            <a:r>
              <a:t>Professional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Passionate Frontend Developer skilled in HTML, CSS, JavaScript, React, and Tailwind CSS. Focused on building responsive, user-friendly, and modern web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HTML5</a:t>
            </a:r>
          </a:p>
          <a:p>
            <a:r>
              <a:t>• CSS3</a:t>
            </a:r>
          </a:p>
          <a:p>
            <a:r>
              <a:t>• JavaScript (ES6+)</a:t>
            </a:r>
          </a:p>
          <a:p>
            <a:r>
              <a:t>• React.js</a:t>
            </a:r>
          </a:p>
          <a:p>
            <a:r>
              <a:t>• Tailwind CSS</a:t>
            </a:r>
          </a:p>
          <a:p>
            <a:r>
              <a:t>• Git &amp; GitHub</a:t>
            </a:r>
          </a:p>
          <a:p>
            <a:r>
              <a:t>• Responsive Web Design</a:t>
            </a:r>
          </a:p>
          <a:p>
            <a:r>
              <a:t>• REST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Recipe App</a:t>
            </a:r>
          </a:p>
          <a:p>
            <a:r>
              <a:t>• Search recipes</a:t>
            </a:r>
          </a:p>
          <a:p>
            <a:r>
              <a:t>• API integration</a:t>
            </a:r>
          </a:p>
          <a:p>
            <a:r>
              <a:t>• Responsive UI</a:t>
            </a:r>
          </a:p>
          <a:p/>
          <a:p>
            <a:r>
              <a:t>Currency Converter</a:t>
            </a:r>
          </a:p>
          <a:p>
            <a:r>
              <a:t>• Live exchange rates</a:t>
            </a:r>
          </a:p>
          <a:p>
            <a:r>
              <a:t>• Fast and simple interface</a:t>
            </a:r>
          </a:p>
          <a:p/>
          <a:p>
            <a:r>
              <a:t>Portfolio Website</a:t>
            </a:r>
          </a:p>
          <a:p>
            <a:r>
              <a:t>• Modern design</a:t>
            </a:r>
          </a:p>
          <a:p>
            <a:r>
              <a:t>• Project showcase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Allied School Muhammadan Campus, Gujrat</a:t>
            </a:r>
          </a:p>
          <a:p/>
          <a:p>
            <a:r>
              <a:t>Beaconhouse College</a:t>
            </a:r>
          </a:p>
          <a:p/>
          <a:p>
            <a:r>
              <a:t>University of Gujrat (Currently Studying)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Solving</a:t>
            </a:r>
          </a:p>
          <a:p>
            <a:r>
              <a:t>• Communication</a:t>
            </a:r>
          </a:p>
          <a:p>
            <a:r>
              <a:t>• Team Collaboration</a:t>
            </a:r>
          </a:p>
          <a:p>
            <a:r>
              <a:t>• Continuous Learning</a:t>
            </a:r>
          </a:p>
          <a:p>
            <a:r>
              <a:t>• Time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opportunities as a Frontend Developer to contribute to real-world projects, enhance technical skills, and deliver high-quality user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